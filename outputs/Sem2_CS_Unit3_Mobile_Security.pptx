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the topic of 'Mobile Device Security and Vulnerabilities' as part of the Cyber Security course for my M.Tech in Computer Science and Engineering. In this presentation, we will discuss the security risks associated with the massive proliferation of mobile devices, examine the Bring Your Own Device, or BYOD, policy challenges, analyze core mobile operating system security features, explore Mobile Device Management, or MDM, systems, and look at real-world applications of mobile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rapid proliferation of mobile devices has changed how organizations operate. Employees now access sensitive corporate databases, customer records, and email accounts using personal smartphones, often guided by Bring Your Own Device, or BYOD, policies. While BYOD increases flexibility, it introduces severe security risks. First, it mixes personal and corporate contexts: employees run unvetted games, social media, and messaging apps alongside corporate databases on the same physical hardware, allowing potential malware to scrape business data. Second, mobile devices connect to unsecured public Wi-Fi networks in airports or cafes, exposing sensitive traffic to passive packet sniffing attacks. Third, smartphones are easily lost or stolen; if the device lacks strong encryption, a thief can read corporate files directly. Finally, some users jailbreak or root their devices, bypassing the built-in operating system security boundaries and exposing application memory to malicious exploits.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counter these risks, we combine native mobile operating system security features with centralized Mobile Device Management, or MDM, systems. Mobile operating systems like Android and iOS use App Sandboxing to run each application in an isolated container, preventing a game app from reading files from a secure banking app. They also use explicit runtime permission prompts, biometric authentications like face scans, and default hardware-level storage encryption powered by secure enclaves. In addition, enterprises implement Mobile Device Management software, such as Microsoft Intune. MDM platforms allow administrators to centrally manage device configurations. They support 'Remote Wipe' capabilities to erase all corporate data if a device is lost. They also create secure business containers on personal phones, blocking copy-paste actions between corporate apps and personal channels, and enforce compliance locks that block access if a device is rooted or lacks secure screen 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how mobile security is applied in key sectors. In mobile banking applications, developers enforce app sandboxing, mandatory multi-factor authentication, and SSL pinning, and block the application from running if the OS is rooted. In healthcare, doctors use tablets to view patient records; MDM containerization encrypts these records and blocks screen capture capabilities, ensuring compliance with health regulations like HIPAA. For corporate BYOD setups, MDM separates personal apps from business emails. Finally, in mobile Point of Sale systems used by retail stores, POS applications encrypt credit card data at the hardware reader level, ensuring that transaction info is never exposed over local wireless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securing mobile endpoints requires a multi-layered approach that bridges native operating system sandboxing with centralized enterprise management tools. As mobile devices continue to be the primary interface for business applications, maintaining robust MDM and OS controls is vital to defending against digital threats. Thank you very much for your time. I am now open to any questions you may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III: Mobile &amp; Wireless Security</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Mobile Device Security &amp; Vulnerabilities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Mobile Device Proliferation &amp; Risks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Mobile Proliferation </a:t>
            </a:r>
            <a:pPr indent="0" marL="0">
              <a:buNone/>
            </a:pPr>
            <a:r>
              <a:rPr lang="en-US" sz="1400" dirty="0">
                <a:solidFill>
                  <a:srgbClr val="000000"/>
                </a:solidFill>
                <a:latin typeface="Arial" pitchFamily="34" charset="0"/>
                <a:ea typeface="Arial" pitchFamily="34" charset="-122"/>
                <a:cs typeface="Arial" pitchFamily="34" charset="-120"/>
              </a:rPr>
              <a:t>has transformed corporate operations. Bring Your Own Device (BYOD) policies allow employees to access sensitive corporate databases on personal smartphones, creating severe security challenges.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The BYOD Security Threat</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Mixed Contexts:</a:t>
            </a:r>
            <a:pPr indent="0" marL="0">
              <a:buNone/>
            </a:pPr>
            <a:r>
              <a:rPr lang="en-US" sz="1300" dirty="0">
                <a:solidFill>
                  <a:srgbClr val="000000"/>
                </a:solidFill>
                <a:latin typeface="Arial" pitchFamily="34" charset="0"/>
                <a:ea typeface="Arial" pitchFamily="34" charset="-122"/>
                <a:cs typeface="Arial" pitchFamily="34" charset="-120"/>
              </a:rPr>
              <a:t> Personal apps (games, social media) run alongside corporate emails and databases on the same device.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Unsecured Networks:</a:t>
            </a:r>
            <a:pPr indent="0" marL="0">
              <a:buNone/>
            </a:pPr>
            <a:r>
              <a:rPr lang="en-US" sz="1300" dirty="0">
                <a:solidFill>
                  <a:srgbClr val="000000"/>
                </a:solidFill>
                <a:latin typeface="Arial" pitchFamily="34" charset="0"/>
                <a:ea typeface="Arial" pitchFamily="34" charset="-122"/>
                <a:cs typeface="Arial" pitchFamily="34" charset="-120"/>
              </a:rPr>
              <a:t> Mobile devices connect to public, unencrypted Wi-Fi networks, exposing traffic to sniffing.</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Physical Loss / Theft:</a:t>
            </a:r>
            <a:pPr indent="0" marL="0">
              <a:buNone/>
            </a:pPr>
            <a:r>
              <a:rPr lang="en-US" sz="1300" dirty="0">
                <a:solidFill>
                  <a:srgbClr val="000000"/>
                </a:solidFill>
                <a:latin typeface="Arial" pitchFamily="34" charset="0"/>
                <a:ea typeface="Arial" pitchFamily="34" charset="-122"/>
                <a:cs typeface="Arial" pitchFamily="34" charset="-120"/>
              </a:rPr>
              <a:t> Smartphones are easily lost. If unencrypted, finder has access to stored company data.</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Rooted / Jailbroken Devices:</a:t>
            </a:r>
            <a:pPr indent="0" marL="0">
              <a:buNone/>
            </a:pPr>
            <a:r>
              <a:rPr lang="en-US" sz="1300" dirty="0">
                <a:solidFill>
                  <a:srgbClr val="000000"/>
                </a:solidFill>
                <a:latin typeface="Arial" pitchFamily="34" charset="0"/>
                <a:ea typeface="Arial" pitchFamily="34" charset="-122"/>
                <a:cs typeface="Arial" pitchFamily="34" charset="-120"/>
              </a:rPr>
              <a:t> Users bypass OS security rules, enabling malware to access sandbox resources.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Common Mobile Attack Vectors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Malicious Apps:</a:t>
            </a:r>
            <a:pPr indent="0" marL="0">
              <a:buNone/>
            </a:pPr>
            <a:r>
              <a:rPr lang="en-US" sz="1300" dirty="0">
                <a:solidFill>
                  <a:srgbClr val="000000"/>
                </a:solidFill>
                <a:latin typeface="Arial" pitchFamily="34" charset="0"/>
                <a:ea typeface="Arial" pitchFamily="34" charset="-122"/>
                <a:cs typeface="Arial" pitchFamily="34" charset="-120"/>
              </a:rPr>
              <a:t> App store clones hiding spyware, tracking locations, and logging keystrokes.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Smishing (SMS Phishing):</a:t>
            </a:r>
            <a:pPr indent="0" marL="0">
              <a:buNone/>
            </a:pPr>
            <a:r>
              <a:rPr lang="en-US" sz="1300" dirty="0">
                <a:solidFill>
                  <a:srgbClr val="000000"/>
                </a:solidFill>
                <a:latin typeface="Arial" pitchFamily="34" charset="0"/>
                <a:ea typeface="Arial" pitchFamily="34" charset="-122"/>
                <a:cs typeface="Arial" pitchFamily="34" charset="-120"/>
              </a:rPr>
              <a:t> SMS messages containing links to fake bank portals or malware downloads.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Credit Card / SMS Frauds:</a:t>
            </a:r>
            <a:pPr indent="0" marL="0">
              <a:buNone/>
            </a:pPr>
            <a:r>
              <a:rPr lang="en-US" sz="1300" dirty="0">
                <a:solidFill>
                  <a:srgbClr val="000000"/>
                </a:solidFill>
                <a:latin typeface="Arial" pitchFamily="34" charset="0"/>
                <a:ea typeface="Arial" pitchFamily="34" charset="-122"/>
                <a:cs typeface="Arial" pitchFamily="34" charset="-120"/>
              </a:rPr>
              <a:t> Malicious apps registering users to premium SMS services or copying credit card details from tap-to-pay NFC interfaces.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Vulnerable OS versions:</a:t>
            </a:r>
            <a:pPr indent="0" marL="0">
              <a:buNone/>
            </a:pPr>
            <a:r>
              <a:rPr lang="en-US" sz="1300" dirty="0">
                <a:solidFill>
                  <a:srgbClr val="000000"/>
                </a:solidFill>
                <a:latin typeface="Arial" pitchFamily="34" charset="0"/>
                <a:ea typeface="Arial" pitchFamily="34" charset="-122"/>
                <a:cs typeface="Arial" pitchFamily="34" charset="-120"/>
              </a:rPr>
              <a:t> Slow vendor update cycles leave Android/iOS devices unpatched against known kernel exploits.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Mobile OS Security &amp; MDM Controls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To secure mobile endpoints, enterprises use a combination of OS features and MDM software:</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Mobile OS Security Features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App Sandboxing:</a:t>
            </a:r>
            <a:pPr indent="0" marL="0">
              <a:buNone/>
            </a:pPr>
            <a:r>
              <a:rPr lang="en-US" sz="1300" dirty="0">
                <a:solidFill>
                  <a:srgbClr val="000000"/>
                </a:solidFill>
                <a:latin typeface="Arial" pitchFamily="34" charset="0"/>
                <a:ea typeface="Arial" pitchFamily="34" charset="-122"/>
                <a:cs typeface="Arial" pitchFamily="34" charset="-120"/>
              </a:rPr>
              <a:t> Each app runs in an isolated container. A game cannot read data from a banking app's memory.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Permission Systems:</a:t>
            </a:r>
            <a:pPr indent="0" marL="0">
              <a:buNone/>
            </a:pPr>
            <a:r>
              <a:rPr lang="en-US" sz="1300" dirty="0">
                <a:solidFill>
                  <a:srgbClr val="000000"/>
                </a:solidFill>
                <a:latin typeface="Arial" pitchFamily="34" charset="0"/>
                <a:ea typeface="Arial" pitchFamily="34" charset="-122"/>
                <a:cs typeface="Arial" pitchFamily="34" charset="-120"/>
              </a:rPr>
              <a:t> Users must explicitly authorize app access to camera, contacts, location, and files.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Biometric Authentication:</a:t>
            </a:r>
            <a:pPr indent="0" marL="0">
              <a:buNone/>
            </a:pPr>
            <a:r>
              <a:rPr lang="en-US" sz="1300" dirty="0">
                <a:solidFill>
                  <a:srgbClr val="000000"/>
                </a:solidFill>
                <a:latin typeface="Arial" pitchFamily="34" charset="0"/>
                <a:ea typeface="Arial" pitchFamily="34" charset="-122"/>
                <a:cs typeface="Arial" pitchFamily="34" charset="-120"/>
              </a:rPr>
              <a:t> Uses face/fingerprint scans to unlock cryptographic key chains dynamically.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Hardware Encryption:</a:t>
            </a:r>
            <a:pPr indent="0" marL="0">
              <a:buNone/>
            </a:pPr>
            <a:r>
              <a:rPr lang="en-US" sz="1300" dirty="0">
                <a:solidFill>
                  <a:srgbClr val="000000"/>
                </a:solidFill>
                <a:latin typeface="Arial" pitchFamily="34" charset="0"/>
                <a:ea typeface="Arial" pitchFamily="34" charset="-122"/>
                <a:cs typeface="Arial" pitchFamily="34" charset="-120"/>
              </a:rPr>
              <a:t> Storage drives are encrypted by default, utilizing dedicated secure enclave processors.</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Mobile Device Management (MDM)</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1565C0"/>
                </a:solidFill>
                <a:latin typeface="Arial" pitchFamily="34" charset="0"/>
                <a:ea typeface="Arial" pitchFamily="34" charset="-122"/>
                <a:cs typeface="Arial" pitchFamily="34" charset="-120"/>
              </a:rPr>
              <a:t>• Central Administration:</a:t>
            </a:r>
            <a:pPr indent="0" marL="0">
              <a:buNone/>
            </a:pPr>
            <a:r>
              <a:rPr lang="en-US" sz="1250" dirty="0">
                <a:solidFill>
                  <a:srgbClr val="000000"/>
                </a:solidFill>
                <a:latin typeface="Arial" pitchFamily="34" charset="0"/>
                <a:ea typeface="Arial" pitchFamily="34" charset="-122"/>
                <a:cs typeface="Arial" pitchFamily="34" charset="-120"/>
              </a:rPr>
              <a:t> Software (e.g. Microsoft Intune) that manages corporate configurations on devices.</a:t>
            </a:r>
            <a:endParaRPr lang="en-US" sz="1250" dirty="0"/>
          </a:p>
          <a:p>
            <a:pPr indent="0" marL="0">
              <a:buNone/>
            </a:pPr>
            <a:r>
              <a:rPr lang="en-US" sz="1250" b="1" dirty="0">
                <a:solidFill>
                  <a:srgbClr val="990033"/>
                </a:solidFill>
                <a:latin typeface="Arial" pitchFamily="34" charset="0"/>
                <a:ea typeface="Arial" pitchFamily="34" charset="-122"/>
                <a:cs typeface="Arial" pitchFamily="34" charset="-120"/>
              </a:rPr>
              <a:t>• Remote Wipe:</a:t>
            </a:r>
            <a:pPr indent="0" marL="0">
              <a:buNone/>
            </a:pPr>
            <a:r>
              <a:rPr lang="en-US" sz="1250" dirty="0">
                <a:solidFill>
                  <a:srgbClr val="000000"/>
                </a:solidFill>
                <a:latin typeface="Arial" pitchFamily="34" charset="0"/>
                <a:ea typeface="Arial" pitchFamily="34" charset="-122"/>
                <a:cs typeface="Arial" pitchFamily="34" charset="-120"/>
              </a:rPr>
              <a:t> Instantly erases all corporate data if a device is reported lost or stolen.</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Secure Containerization:</a:t>
            </a:r>
            <a:pPr indent="0" marL="0">
              <a:buNone/>
            </a:pPr>
            <a:r>
              <a:rPr lang="en-US" sz="1250" dirty="0">
                <a:solidFill>
                  <a:srgbClr val="000000"/>
                </a:solidFill>
                <a:latin typeface="Arial" pitchFamily="34" charset="0"/>
                <a:ea typeface="Arial" pitchFamily="34" charset="-122"/>
                <a:cs typeface="Arial" pitchFamily="34" charset="-120"/>
              </a:rPr>
              <a:t> Separates personal apps from corporate apps, blocking copy-paste actions between them.</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Compliance Locks:</a:t>
            </a:r>
            <a:pPr indent="0" marL="0">
              <a:buNone/>
            </a:pPr>
            <a:r>
              <a:rPr lang="en-US" sz="1250" dirty="0">
                <a:solidFill>
                  <a:srgbClr val="000000"/>
                </a:solidFill>
                <a:latin typeface="Arial" pitchFamily="34" charset="0"/>
                <a:ea typeface="Arial" pitchFamily="34" charset="-122"/>
                <a:cs typeface="Arial" pitchFamily="34" charset="-120"/>
              </a:rPr>
              <a:t> Blocks devices from corporate networks if they are rooted, jailbroken, or missing password locks.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Mobile Security</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Where mobile security protocols are implemented to secure transactions and assets: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Mobile Banking Applications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Uses app sandboxing, mandatory MFA, biometric verification, and SSL pinning. Detects rooted devices to block execution, preventing balance tampering.</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Securing Electronic Health Records (EHR)</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Doctors use tablet systems to view patient records. MDM containers ensure HIPAA compliance by encrypting data and blocking screen captures.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Corporate BYOD Email Access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Companies use MDM policies to lock email access behind secure PIN containers, protecting corporate data on employee phones.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Mobile Point of Sale (POS) Tablets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Retail tablets running card transactions encrypt swipe data at the card reader, preventing credit card theft over wireless networks.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2026-06-14T11:41:10Z</dcterms:created>
  <dcterms:modified xsi:type="dcterms:W3CDTF">2026-06-14T11:41:10Z</dcterms:modified>
</cp:coreProperties>
</file>